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C2A9EE-7760-40B1-AEE9-EAAD701EB777}" v="1" dt="2026-09-03T17:39:40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stin Browne" userId="7fbe127437411db5" providerId="LiveId" clId="{AACD10CF-699D-4539-B939-0675B9F19BD9}"/>
    <pc:docChg chg="custSel addSld modSld">
      <pc:chgData name="Austin Browne" userId="7fbe127437411db5" providerId="LiveId" clId="{AACD10CF-699D-4539-B939-0675B9F19BD9}" dt="2026-09-03T17:43:21.359" v="197" actId="931"/>
      <pc:docMkLst>
        <pc:docMk/>
      </pc:docMkLst>
      <pc:sldChg chg="addSp delSp modSp new mod modClrScheme chgLayout">
        <pc:chgData name="Austin Browne" userId="7fbe127437411db5" providerId="LiveId" clId="{AACD10CF-699D-4539-B939-0675B9F19BD9}" dt="2026-09-03T02:44:49.183" v="54" actId="478"/>
        <pc:sldMkLst>
          <pc:docMk/>
          <pc:sldMk cId="217472342" sldId="259"/>
        </pc:sldMkLst>
        <pc:spChg chg="mod ord">
          <ac:chgData name="Austin Browne" userId="7fbe127437411db5" providerId="LiveId" clId="{AACD10CF-699D-4539-B939-0675B9F19BD9}" dt="2026-09-03T02:44:30.552" v="53" actId="26606"/>
          <ac:spMkLst>
            <pc:docMk/>
            <pc:sldMk cId="217472342" sldId="259"/>
            <ac:spMk id="2" creationId="{8927D366-2DDB-4EBA-C861-B8E5B35AF6E4}"/>
          </ac:spMkLst>
        </pc:spChg>
        <pc:spChg chg="del">
          <ac:chgData name="Austin Browne" userId="7fbe127437411db5" providerId="LiveId" clId="{AACD10CF-699D-4539-B939-0675B9F19BD9}" dt="2026-09-03T02:40:25.663" v="50" actId="931"/>
          <ac:spMkLst>
            <pc:docMk/>
            <pc:sldMk cId="217472342" sldId="259"/>
            <ac:spMk id="3" creationId="{3DD29829-C65A-37FD-12A5-A5CE5F685FAC}"/>
          </ac:spMkLst>
        </pc:spChg>
        <pc:spChg chg="add del mod">
          <ac:chgData name="Austin Browne" userId="7fbe127437411db5" providerId="LiveId" clId="{AACD10CF-699D-4539-B939-0675B9F19BD9}" dt="2026-09-03T02:42:47.345" v="52" actId="931"/>
          <ac:spMkLst>
            <pc:docMk/>
            <pc:sldMk cId="217472342" sldId="259"/>
            <ac:spMk id="7" creationId="{58E87995-E5C6-13BA-33B1-F21B02102691}"/>
          </ac:spMkLst>
        </pc:spChg>
        <pc:spChg chg="add del mod">
          <ac:chgData name="Austin Browne" userId="7fbe127437411db5" providerId="LiveId" clId="{AACD10CF-699D-4539-B939-0675B9F19BD9}" dt="2026-09-03T02:44:49.183" v="54" actId="478"/>
          <ac:spMkLst>
            <pc:docMk/>
            <pc:sldMk cId="217472342" sldId="259"/>
            <ac:spMk id="14" creationId="{0FB7C63A-370E-4F7A-768D-3F87D8354395}"/>
          </ac:spMkLst>
        </pc:spChg>
        <pc:picChg chg="add del mod ord">
          <ac:chgData name="Austin Browne" userId="7fbe127437411db5" providerId="LiveId" clId="{AACD10CF-699D-4539-B939-0675B9F19BD9}" dt="2026-09-03T02:40:30.516" v="51" actId="478"/>
          <ac:picMkLst>
            <pc:docMk/>
            <pc:sldMk cId="217472342" sldId="259"/>
            <ac:picMk id="5" creationId="{EBF529E6-D027-D34B-4E58-4C97EB00F766}"/>
          </ac:picMkLst>
        </pc:picChg>
        <pc:picChg chg="add mod ord">
          <ac:chgData name="Austin Browne" userId="7fbe127437411db5" providerId="LiveId" clId="{AACD10CF-699D-4539-B939-0675B9F19BD9}" dt="2026-09-03T02:44:30.552" v="53" actId="26606"/>
          <ac:picMkLst>
            <pc:docMk/>
            <pc:sldMk cId="217472342" sldId="259"/>
            <ac:picMk id="9" creationId="{C72DDB50-C283-26A5-B683-E1D5BA2FCD5A}"/>
          </ac:picMkLst>
        </pc:picChg>
      </pc:sldChg>
      <pc:sldChg chg="addSp delSp modSp new mod">
        <pc:chgData name="Austin Browne" userId="7fbe127437411db5" providerId="LiveId" clId="{AACD10CF-699D-4539-B939-0675B9F19BD9}" dt="2026-09-03T02:46:53.155" v="61" actId="14100"/>
        <pc:sldMkLst>
          <pc:docMk/>
          <pc:sldMk cId="1561793714" sldId="260"/>
        </pc:sldMkLst>
        <pc:spChg chg="del">
          <ac:chgData name="Austin Browne" userId="7fbe127437411db5" providerId="LiveId" clId="{AACD10CF-699D-4539-B939-0675B9F19BD9}" dt="2026-09-03T02:46:30.406" v="56" actId="478"/>
          <ac:spMkLst>
            <pc:docMk/>
            <pc:sldMk cId="1561793714" sldId="260"/>
            <ac:spMk id="2" creationId="{25B16B3E-C6EA-AA3D-8FF1-1A1D36D18528}"/>
          </ac:spMkLst>
        </pc:spChg>
        <pc:spChg chg="del mod">
          <ac:chgData name="Austin Browne" userId="7fbe127437411db5" providerId="LiveId" clId="{AACD10CF-699D-4539-B939-0675B9F19BD9}" dt="2026-09-03T02:46:43.776" v="58" actId="931"/>
          <ac:spMkLst>
            <pc:docMk/>
            <pc:sldMk cId="1561793714" sldId="260"/>
            <ac:spMk id="3" creationId="{EE138539-A45F-1685-859C-C896C08C0375}"/>
          </ac:spMkLst>
        </pc:spChg>
        <pc:picChg chg="add mod ord">
          <ac:chgData name="Austin Browne" userId="7fbe127437411db5" providerId="LiveId" clId="{AACD10CF-699D-4539-B939-0675B9F19BD9}" dt="2026-09-03T02:46:53.155" v="61" actId="14100"/>
          <ac:picMkLst>
            <pc:docMk/>
            <pc:sldMk cId="1561793714" sldId="260"/>
            <ac:picMk id="5" creationId="{F785EB7D-650B-F56C-E700-F201F33B04FC}"/>
          </ac:picMkLst>
        </pc:picChg>
      </pc:sldChg>
      <pc:sldChg chg="addSp modSp new mod modClrScheme chgLayout">
        <pc:chgData name="Austin Browne" userId="7fbe127437411db5" providerId="LiveId" clId="{AACD10CF-699D-4539-B939-0675B9F19BD9}" dt="2026-09-03T17:39:52.055" v="188" actId="26606"/>
        <pc:sldMkLst>
          <pc:docMk/>
          <pc:sldMk cId="3960543834" sldId="261"/>
        </pc:sldMkLst>
        <pc:spChg chg="mod">
          <ac:chgData name="Austin Browne" userId="7fbe127437411db5" providerId="LiveId" clId="{AACD10CF-699D-4539-B939-0675B9F19BD9}" dt="2026-09-03T17:39:52.055" v="188" actId="26606"/>
          <ac:spMkLst>
            <pc:docMk/>
            <pc:sldMk cId="3960543834" sldId="261"/>
            <ac:spMk id="2" creationId="{6B5D2B5C-305B-E5CE-B32B-D19FFC0903EE}"/>
          </ac:spMkLst>
        </pc:spChg>
        <pc:spChg chg="mod">
          <ac:chgData name="Austin Browne" userId="7fbe127437411db5" providerId="LiveId" clId="{AACD10CF-699D-4539-B939-0675B9F19BD9}" dt="2026-09-03T17:39:52.055" v="188" actId="26606"/>
          <ac:spMkLst>
            <pc:docMk/>
            <pc:sldMk cId="3960543834" sldId="261"/>
            <ac:spMk id="3" creationId="{09DBE84E-FE62-1892-2CD4-6E3E98B5D100}"/>
          </ac:spMkLst>
        </pc:spChg>
        <pc:picChg chg="add">
          <ac:chgData name="Austin Browne" userId="7fbe127437411db5" providerId="LiveId" clId="{AACD10CF-699D-4539-B939-0675B9F19BD9}" dt="2026-09-03T17:39:52.055" v="188" actId="26606"/>
          <ac:picMkLst>
            <pc:docMk/>
            <pc:sldMk cId="3960543834" sldId="261"/>
            <ac:picMk id="5" creationId="{8843076F-C468-BD55-772F-01EBF9287710}"/>
          </ac:picMkLst>
        </pc:picChg>
      </pc:sldChg>
      <pc:sldChg chg="addSp delSp modSp new mod modClrScheme chgLayout">
        <pc:chgData name="Austin Browne" userId="7fbe127437411db5" providerId="LiveId" clId="{AACD10CF-699D-4539-B939-0675B9F19BD9}" dt="2026-09-03T17:41:42.921" v="195" actId="478"/>
        <pc:sldMkLst>
          <pc:docMk/>
          <pc:sldMk cId="2278023885" sldId="262"/>
        </pc:sldMkLst>
        <pc:spChg chg="del">
          <ac:chgData name="Austin Browne" userId="7fbe127437411db5" providerId="LiveId" clId="{AACD10CF-699D-4539-B939-0675B9F19BD9}" dt="2026-09-03T17:40:46.902" v="190" actId="478"/>
          <ac:spMkLst>
            <pc:docMk/>
            <pc:sldMk cId="2278023885" sldId="262"/>
            <ac:spMk id="2" creationId="{49169C65-EB73-C8D0-B7A9-D5DF82940831}"/>
          </ac:spMkLst>
        </pc:spChg>
        <pc:spChg chg="del mod">
          <ac:chgData name="Austin Browne" userId="7fbe127437411db5" providerId="LiveId" clId="{AACD10CF-699D-4539-B939-0675B9F19BD9}" dt="2026-09-03T17:41:23.821" v="192" actId="931"/>
          <ac:spMkLst>
            <pc:docMk/>
            <pc:sldMk cId="2278023885" sldId="262"/>
            <ac:spMk id="3" creationId="{F9B30488-3E7B-2F09-DE8C-DCAB864E4C23}"/>
          </ac:spMkLst>
        </pc:spChg>
        <pc:spChg chg="add del mod">
          <ac:chgData name="Austin Browne" userId="7fbe127437411db5" providerId="LiveId" clId="{AACD10CF-699D-4539-B939-0675B9F19BD9}" dt="2026-09-03T17:41:42.921" v="195" actId="478"/>
          <ac:spMkLst>
            <pc:docMk/>
            <pc:sldMk cId="2278023885" sldId="262"/>
            <ac:spMk id="10" creationId="{1092B036-5115-3F91-70C8-950B30DAE2D3}"/>
          </ac:spMkLst>
        </pc:spChg>
        <pc:spChg chg="add del mod">
          <ac:chgData name="Austin Browne" userId="7fbe127437411db5" providerId="LiveId" clId="{AACD10CF-699D-4539-B939-0675B9F19BD9}" dt="2026-09-03T17:41:36.441" v="194" actId="478"/>
          <ac:spMkLst>
            <pc:docMk/>
            <pc:sldMk cId="2278023885" sldId="262"/>
            <ac:spMk id="12" creationId="{2C1445A3-E3EC-261F-84B3-1DED1F471F64}"/>
          </ac:spMkLst>
        </pc:spChg>
        <pc:picChg chg="add mod ord">
          <ac:chgData name="Austin Browne" userId="7fbe127437411db5" providerId="LiveId" clId="{AACD10CF-699D-4539-B939-0675B9F19BD9}" dt="2026-09-03T17:41:31.941" v="193" actId="26606"/>
          <ac:picMkLst>
            <pc:docMk/>
            <pc:sldMk cId="2278023885" sldId="262"/>
            <ac:picMk id="5" creationId="{D25E4E83-3E91-94B7-8A65-0FC5171005E7}"/>
          </ac:picMkLst>
        </pc:picChg>
      </pc:sldChg>
      <pc:sldChg chg="addSp modSp new mod">
        <pc:chgData name="Austin Browne" userId="7fbe127437411db5" providerId="LiveId" clId="{AACD10CF-699D-4539-B939-0675B9F19BD9}" dt="2026-09-03T17:43:21.359" v="197" actId="931"/>
        <pc:sldMkLst>
          <pc:docMk/>
          <pc:sldMk cId="1061087842" sldId="263"/>
        </pc:sldMkLst>
        <pc:picChg chg="add mod">
          <ac:chgData name="Austin Browne" userId="7fbe127437411db5" providerId="LiveId" clId="{AACD10CF-699D-4539-B939-0675B9F19BD9}" dt="2026-09-03T17:43:21.359" v="197" actId="931"/>
          <ac:picMkLst>
            <pc:docMk/>
            <pc:sldMk cId="1061087842" sldId="263"/>
            <ac:picMk id="3" creationId="{8899501A-AD90-E83D-9A43-B01C6E6BF7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64A3E-1B24-47C3-8078-F40C0237E5D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68B1B-5C01-4FA7-A32C-5220FADD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3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68B1B-5C01-4FA7-A32C-5220FADD03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4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68B1B-5C01-4FA7-A32C-5220FADD03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8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8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09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64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51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1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48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6083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699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039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8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87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87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71058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308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95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121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3792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3009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807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7143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35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2043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44973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8934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0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91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56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33A0-3F73-1E5F-65C0-292283BB5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521E8-349D-1F58-C841-2DE033391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8F38-D1D1-FF76-BE89-0CF515BD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CD2A-3E62-F900-DC28-AC473DA2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49C06-A38F-E4BA-9A81-3F7DD490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9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35159732-54E0-4FAD-B24F-868623295FF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9BBB9247-174F-498B-9771-E724D666D47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697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249F-586F-180A-0ACD-2830DFEE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>
            <a:normAutofit/>
          </a:bodyPr>
          <a:lstStyle/>
          <a:p>
            <a:r>
              <a:rPr lang="en-US" sz="4600"/>
              <a:t>Automating Low-Risk Entries in NinjaTrader 8 </a:t>
            </a:r>
            <a:br>
              <a:rPr lang="en-US" sz="4600"/>
            </a:br>
            <a:r>
              <a:rPr lang="en-US" sz="4600"/>
              <a:t>an overview of the R100x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F3416-5639-951C-A163-4866F72B5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Disclaimer: This is informative/theoretical content and is not a recommendation to risk capital.</a:t>
            </a:r>
          </a:p>
          <a:p>
            <a:pPr>
              <a:lnSpc>
                <a:spcPct val="110000"/>
              </a:lnSpc>
            </a:pPr>
            <a:r>
              <a:rPr lang="en-US" sz="1100"/>
              <a:t>These videos are not targeted at beginners, they assume prior knowledge of trading, price action, software, etc.</a:t>
            </a:r>
          </a:p>
        </p:txBody>
      </p:sp>
    </p:spTree>
    <p:extLst>
      <p:ext uri="{BB962C8B-B14F-4D97-AF65-F5344CB8AC3E}">
        <p14:creationId xmlns:p14="http://schemas.microsoft.com/office/powerpoint/2010/main" val="79446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9D91FB-E9B1-912F-6358-3893E25F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952500"/>
            <a:ext cx="10943773" cy="4000500"/>
          </a:xfrm>
        </p:spPr>
        <p:txBody>
          <a:bodyPr/>
          <a:lstStyle/>
          <a:p>
            <a:r>
              <a:rPr lang="en-US" dirty="0"/>
              <a:t>Traders are the problem!!!</a:t>
            </a:r>
          </a:p>
        </p:txBody>
      </p:sp>
    </p:spTree>
    <p:extLst>
      <p:ext uri="{BB962C8B-B14F-4D97-AF65-F5344CB8AC3E}">
        <p14:creationId xmlns:p14="http://schemas.microsoft.com/office/powerpoint/2010/main" val="68036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14A1-08FF-9230-053B-C0664CA72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 anchor="b">
            <a:normAutofit/>
          </a:bodyPr>
          <a:lstStyle/>
          <a:p>
            <a:r>
              <a:rPr lang="en-US" dirty="0"/>
              <a:t>Did you catch this?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BFD086-E9D4-ACEA-93A1-759C26888F84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78" b="-2"/>
          <a:stretch>
            <a:fillRect/>
          </a:stretch>
        </p:blipFill>
        <p:spPr>
          <a:xfrm>
            <a:off x="301625" y="1806575"/>
            <a:ext cx="5165725" cy="4586288"/>
          </a:xfrm>
          <a:prstGeom prst="rect">
            <a:avLst/>
          </a:prstGeom>
          <a:noFill/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BE687FB-2F12-4220-0603-81AC8BAF4A05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0" r="-1" b="-1"/>
          <a:stretch>
            <a:fillRect/>
          </a:stretch>
        </p:blipFill>
        <p:spPr>
          <a:xfrm>
            <a:off x="6723891" y="1806575"/>
            <a:ext cx="4991100" cy="45862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295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5EB7D-650B-F56C-E700-F201F33B04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59" y="471895"/>
            <a:ext cx="9607215" cy="584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9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72DDB50-C283-26A5-B683-E1D5BA2FCD5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60960"/>
            <a:ext cx="12192000" cy="673608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7D366-2DDB-4EBA-C861-B8E5B35AF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</p:spPr>
        <p:txBody>
          <a:bodyPr anchor="t">
            <a:normAutofit/>
          </a:bodyPr>
          <a:lstStyle/>
          <a:p>
            <a:r>
              <a:rPr lang="en-US" dirty="0"/>
              <a:t>BACKTESTING – FORWARD TESTING – MARKET REPLAY</a:t>
            </a:r>
          </a:p>
        </p:txBody>
      </p:sp>
    </p:spTree>
    <p:extLst>
      <p:ext uri="{BB962C8B-B14F-4D97-AF65-F5344CB8AC3E}">
        <p14:creationId xmlns:p14="http://schemas.microsoft.com/office/powerpoint/2010/main" val="21747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2B5C-305B-E5CE-B32B-D19FFC09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 anchor="b">
            <a:normAutofit/>
          </a:bodyPr>
          <a:lstStyle/>
          <a:p>
            <a:r>
              <a:rPr lang="en-US" dirty="0"/>
              <a:t>Plans for this channel 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BE84E-FE62-1892-2CD4-6E3E98B5D1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anchor="b">
            <a:normAutofit/>
          </a:bodyPr>
          <a:lstStyle/>
          <a:p>
            <a:r>
              <a:rPr lang="en-US" dirty="0"/>
              <a:t>Strategy Tuning</a:t>
            </a:r>
          </a:p>
          <a:p>
            <a:r>
              <a:rPr lang="en-US" dirty="0"/>
              <a:t>Strategy Analyzer Backtesting</a:t>
            </a:r>
          </a:p>
          <a:p>
            <a:r>
              <a:rPr lang="en-US" dirty="0"/>
              <a:t>New Strategy development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8843076F-C468-BD55-772F-01EBF9287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445" b="20061"/>
          <a:stretch>
            <a:fillRect/>
          </a:stretch>
        </p:blipFill>
        <p:spPr>
          <a:xfrm>
            <a:off x="20" y="4492402"/>
            <a:ext cx="12191980" cy="23655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054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5E4E83-3E91-94B7-8A65-0FC517100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605739" y="-1"/>
            <a:ext cx="89941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8023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99501A-AD90-E83D-9A43-B01C6E6BF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319" y="0"/>
            <a:ext cx="9877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8784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949</TotalTime>
  <Words>85</Words>
  <Application>Microsoft Office PowerPoint</Application>
  <PresentationFormat>Widescreen</PresentationFormat>
  <Paragraphs>12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Arial Nova Light</vt:lpstr>
      <vt:lpstr>Dark Gradient</vt:lpstr>
      <vt:lpstr>Automating Low-Risk Entries in NinjaTrader 8  an overview of the R100x strategy</vt:lpstr>
      <vt:lpstr>Traders are the problem!!!</vt:lpstr>
      <vt:lpstr>Did you catch this?</vt:lpstr>
      <vt:lpstr>PowerPoint Presentation</vt:lpstr>
      <vt:lpstr>BACKTESTING – FORWARD TESTING – MARKET REPLAY</vt:lpstr>
      <vt:lpstr>Plans for this channel moving forward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Browne</dc:creator>
  <cp:lastModifiedBy>Austin Browne</cp:lastModifiedBy>
  <cp:revision>1</cp:revision>
  <dcterms:created xsi:type="dcterms:W3CDTF">2026-09-03T01:54:07Z</dcterms:created>
  <dcterms:modified xsi:type="dcterms:W3CDTF">2026-09-03T17:43:28Z</dcterms:modified>
</cp:coreProperties>
</file>